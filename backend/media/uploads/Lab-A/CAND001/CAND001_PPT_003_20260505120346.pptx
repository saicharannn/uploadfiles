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Usage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41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5B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478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MS Word</c:v>
                  </c:pt>
                  <c:pt idx="1">
                    <c:v>MS Excel</c:v>
                  </c:pt>
                  <c:pt idx="2">
                    <c:v>MS PowerPoint</c:v>
                  </c:pt>
                  <c:pt idx="3">
                    <c:v>Google Docs</c:v>
                  </c:pt>
                  <c:pt idx="4">
                    <c:v>LibreOffice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</c:v>
                </c:pt>
                <c:pt idx="1">
                  <c:v>72</c:v>
                </c:pt>
                <c:pt idx="2">
                  <c:v>55</c:v>
                </c:pt>
                <c:pt idx="3">
                  <c:v>43</c:v>
                </c:pt>
                <c:pt idx="4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4748B"/>
                    </a:solidFill>
                    <a:latin typeface="Arial"/>
                  </a:rPr>
                  <a:t>Application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7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4748B"/>
                    </a:solidFill>
                    <a:latin typeface="Arial"/>
                  </a:rPr>
                  <a:t>Usage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500" kern="0" dirty="0">
                <a:solidFill>
                  <a:srgbClr val="CADCFC"/>
                </a:solidFill>
              </a:rPr>
              <a:t>EXAMINATION SUBMISSION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Computer Fundamentals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Candidate Name: </a:t>
            </a:r>
            <a:pPr algn="ctr" indent="0" marL="0">
              <a:buNone/>
            </a:pPr>
            <a:r>
              <a:rPr lang="en-US" sz="1200" dirty="0">
                <a:solidFill>
                  <a:srgbClr val="F9E795"/>
                </a:solidFill>
              </a:rPr>
              <a:t>______________________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3566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Candidate ID: </a:t>
            </a:r>
            <a:pPr algn="ctr" indent="0" marL="0">
              <a:buNone/>
            </a:pPr>
            <a:r>
              <a:rPr lang="en-US" sz="1200" dirty="0">
                <a:solidFill>
                  <a:srgbClr val="F9E795"/>
                </a:solidFill>
              </a:rPr>
              <a:t>______________________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Lab: </a:t>
            </a:r>
            <a:pPr algn="ctr" indent="0" marL="0">
              <a:buNone/>
            </a:pPr>
            <a:r>
              <a:rPr lang="en-US" sz="1200" dirty="0">
                <a:solidFill>
                  <a:srgbClr val="F9E795"/>
                </a:solidFill>
              </a:rPr>
              <a:t>______________________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UploadFiles Examination System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941832"/>
            <a:ext cx="7772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99669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Introduction to Computing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23444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Basic concepts, history and hardware overview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1691640"/>
            <a:ext cx="777240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17465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Operating Systems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1984248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Windows, Linux, MacOS fundamentals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459736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59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" y="2441448"/>
            <a:ext cx="7772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24963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Networking Basics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734056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LAN, WAN, IP addressing, HTTP/HTTPS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209544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209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0120" y="3191256"/>
            <a:ext cx="777240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32461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Office Productivity Suite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483864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MS Word, Excel and PowerPoint essentials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95935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59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0120" y="3941064"/>
            <a:ext cx="7772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97280" y="39959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Cyber Safety &amp; Ethics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4233672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Password hygiene, phishing, data protection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 · Introduction to Computing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7043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Hardware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Physical components: CPU, RAM, Storage, Monitor, Keyboard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206240" cy="117043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56048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0" y="1051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Software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137160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System software (OS) and Application software (MS Office, browsers)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206240" cy="1170432"/>
          </a:xfrm>
          <a:prstGeom prst="rect">
            <a:avLst/>
          </a:prstGeom>
          <a:solidFill>
            <a:srgbClr val="CADCFC"/>
          </a:solidFill>
          <a:ln w="12700">
            <a:solidFill>
              <a:srgbClr val="D0D7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Input Devices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6974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Keyboard, Mouse, Scanner, Webcam, Microphone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4206240" cy="1170432"/>
          </a:xfrm>
          <a:prstGeom prst="rect">
            <a:avLst/>
          </a:prstGeom>
          <a:solidFill>
            <a:srgbClr val="CADCFC"/>
          </a:solidFill>
          <a:ln w="12700">
            <a:solidFill>
              <a:srgbClr val="D0D7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56048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📺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Output Devices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26974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Monitor, Printer, Speaker, Projector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206240" cy="117043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" y="3703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Storage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02336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HDD, SSD, USB Flash Drive, CD/DVD, Cloud Storage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611880"/>
            <a:ext cx="4206240" cy="117043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56048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0" y="3703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CPU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402336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The brain of the computer — executes instructions from programs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· Networking Basics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005840" cy="5029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LAN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17320" y="978408"/>
            <a:ext cx="3566160" cy="457200"/>
          </a:xfrm>
          <a:prstGeom prst="rect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0058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Local Area Network – limited area like a lab or office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618488"/>
            <a:ext cx="1005840" cy="5029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1848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WAN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17320" y="1636776"/>
            <a:ext cx="3566160" cy="457200"/>
          </a:xfrm>
          <a:prstGeom prst="rect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6642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Wide Area Network – spans cities/countries (e.g. the Internet)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276856"/>
            <a:ext cx="1005840" cy="5029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7685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17320" y="2295144"/>
            <a:ext cx="3566160" cy="457200"/>
          </a:xfrm>
          <a:prstGeom prst="rect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232257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Internet Protocol address – unique identifier for each device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935224"/>
            <a:ext cx="1005840" cy="5029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3522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HTTP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17320" y="2953512"/>
            <a:ext cx="3566160" cy="457200"/>
          </a:xfrm>
          <a:prstGeom prst="rect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298094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HyperText Transfer Protocol – web page transfer (port 80)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93592"/>
            <a:ext cx="1005840" cy="5029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59359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HTTPS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417320" y="3611880"/>
            <a:ext cx="3566160" cy="457200"/>
          </a:xfrm>
          <a:prstGeom prst="rect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36393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Secure HTTP – encrypted using SSL/TLS (port 443)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1005840" cy="5029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251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417320" y="4270248"/>
            <a:ext cx="3566160" cy="457200"/>
          </a:xfrm>
          <a:prstGeom prst="rect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42976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Domain Name System – translates domain names to IP addresses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0" y="1005840"/>
            <a:ext cx="2651760" cy="1143000"/>
          </a:xfrm>
          <a:prstGeom prst="ellipse">
            <a:avLst/>
          </a:prstGeom>
          <a:solidFill>
            <a:srgbClr val="253580"/>
          </a:solidFill>
          <a:ln w="25400">
            <a:solidFill>
              <a:srgbClr val="F9E79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10789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E795"/>
                </a:solidFill>
              </a:rPr>
              <a:t>5.4B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943600" y="157276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Internet Users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Worldwide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2377440"/>
            <a:ext cx="2651760" cy="1143000"/>
          </a:xfrm>
          <a:prstGeom prst="ellipse">
            <a:avLst/>
          </a:prstGeom>
          <a:solidFill>
            <a:srgbClr val="253580"/>
          </a:solidFill>
          <a:ln w="25400">
            <a:solidFill>
              <a:srgbClr val="F9E79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50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E795"/>
                </a:solidFill>
              </a:rPr>
              <a:t>10B+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943600" y="294436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Connected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Devices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0" y="3749040"/>
            <a:ext cx="2651760" cy="1143000"/>
          </a:xfrm>
          <a:prstGeom prst="ellipse">
            <a:avLst/>
          </a:prstGeom>
          <a:solidFill>
            <a:srgbClr val="253580"/>
          </a:solidFill>
          <a:ln w="25400">
            <a:solidFill>
              <a:srgbClr val="F9E79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38221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E795"/>
                </a:solidFill>
              </a:rPr>
              <a:t>Port 80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943600" y="431596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HTTP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Default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Office Suite Usage – Global Share (%)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Submission Complete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457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Thank you for participating in the examination.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E795"/>
                </a:solidFill>
              </a:rPr>
              <a:t>Please ensure all three files (Word, Excel, PowerPoint)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9E795"/>
                </a:solidFill>
              </a:rPr>
              <a:t>are uploaded before the session ends.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UploadFiles Examination System  ·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Fundamentals – Candidate Presentation</dc:title>
  <dc:subject>PptxGenJS Presentation</dc:subject>
  <dc:creator>UploadFiles System</dc:creator>
  <cp:lastModifiedBy>UploadFiles System</cp:lastModifiedBy>
  <cp:revision>1</cp:revision>
  <dcterms:created xsi:type="dcterms:W3CDTF">2026-05-04T05:04:23Z</dcterms:created>
  <dcterms:modified xsi:type="dcterms:W3CDTF">2026-05-04T05:04:23Z</dcterms:modified>
</cp:coreProperties>
</file>