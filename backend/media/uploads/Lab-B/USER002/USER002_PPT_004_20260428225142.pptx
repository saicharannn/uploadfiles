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93" d="100"/>
          <a:sy n="93" d="100"/>
        </p:scale>
        <p:origin x="9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5CE85-C1B5-AFC8-5037-442DDB80D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05F34E-C179-2982-B277-1845D1ABF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8218B-5F5C-E442-BA32-0B5B03E70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884F-12DA-44F8-A4B4-900BFE127368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6F936-BDAA-70C4-16A1-3A11E7297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852AE-1FE4-AC83-163F-2FE32C8B9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CDA4-CDB1-4572-9246-949BF9DC0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056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5CA79-45E5-B4D2-B542-95803BF67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983DF-80D7-0D70-05C1-4F03B7BBC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C098C-5F00-3B4E-7397-E98F95F37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884F-12DA-44F8-A4B4-900BFE127368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0C31B-05C6-900F-86E5-648239FEC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94626-FF70-586D-351B-1E10701E7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CDA4-CDB1-4572-9246-949BF9DC0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007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2DB4A-8376-E183-4592-684421F9D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04F8E-433C-E2B8-830F-02DD6684E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4F9B5-147A-3C4C-A237-825F72E43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884F-12DA-44F8-A4B4-900BFE127368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D66B3-970B-4238-23EA-9AF3F8E33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D0C7E-8C74-7162-7587-F78B2CD97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CDA4-CDB1-4572-9246-949BF9DC0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116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8815C-26E0-30C9-D34F-F9FB02041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14317-5C3F-D0A9-0C8E-7E7B02F9D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342567-5284-F487-6BFC-EFE42F212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D2F4A-37D1-6FBE-5058-AA686DE07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884F-12DA-44F8-A4B4-900BFE127368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0B5F0-7310-E3D4-9FB1-4357D0368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524B5-D70A-1E99-3570-673662945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CDA4-CDB1-4572-9246-949BF9DC0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541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E3CAB-6958-E56F-6769-7FDDC7675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0F8B6-E41F-8DD8-7930-6CC2ECF1B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9CBEA-1E96-CC75-DDA9-FCCDD8604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53E872-9BFE-F182-9294-27079B127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89B03-8DCF-A8D2-1E9D-E71DF368C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36CCFC-4F81-336D-2DDE-2F8959398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884F-12DA-44F8-A4B4-900BFE127368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18D8-5116-4288-2C28-B40E89FC5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F60791-9FDA-7866-4780-32A61C904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CDA4-CDB1-4572-9246-949BF9DC0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564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2F202-6BDC-502B-A67C-BE61756B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5BB247-D441-6000-33E0-2425CC34A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884F-12DA-44F8-A4B4-900BFE127368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3DBF1-CE2D-04E4-7864-0CAA73CA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D5AF0-600E-1744-E224-182FBD864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CDA4-CDB1-4572-9246-949BF9DC0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085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864E7A-C466-ADB1-D8B9-2C1B4AE5A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884F-12DA-44F8-A4B4-900BFE127368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BB5F27-3001-DD71-9E0C-6279C13F5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F0FE7-A85F-65BC-D6DA-EAD211271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CDA4-CDB1-4572-9246-949BF9DC0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932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A7330-4DFB-CC80-BCC4-D1B03BA92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4996F-6EBB-9291-EA51-0CD3F0848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B5CCE-FCC4-CCE1-33B7-9C715F1A0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B94E9-3825-50E8-B484-AC9C8DA68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884F-12DA-44F8-A4B4-900BFE127368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C1D809-A5BD-15EA-5CF9-FBA5C3B2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F6B51-78E4-30B3-5B29-72D4354A2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CDA4-CDB1-4572-9246-949BF9DC0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536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49AA8-9C92-28EC-8293-D16C84CB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A72DB5-7B4E-5AF6-9C2F-DD37BE83E2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22E8D-CAEB-3248-5E1C-3B79E273B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26A4A5-75A0-E80A-9441-4886111D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884F-12DA-44F8-A4B4-900BFE127368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27DDA0-665E-FD64-9B1C-9CE485B1B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29079-157E-FB26-55FE-E286219F8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CDA4-CDB1-4572-9246-949BF9DC0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264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4B08-9502-613D-831F-E5BD2896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A046C-2A0F-F291-EE8C-D84052CEB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C990C-2B1D-A0ED-023D-A0B775B66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884F-12DA-44F8-A4B4-900BFE127368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E7AEE-3401-F2EA-195E-804D61F6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669DC-5302-A6C3-2153-22974523A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CDA4-CDB1-4572-9246-949BF9DC0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802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C0BE74-465F-FD89-1808-F2D7D8A1A7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F1BA5-4211-9C73-D786-36D3A5567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1AB5B-3AB5-6EE1-76E5-D02BD1C2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884F-12DA-44F8-A4B4-900BFE127368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9D0F8-7E7B-2E38-D3B1-13E2453DA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8195E-A47A-BB9D-EABB-862A1704D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CDA4-CDB1-4572-9246-949BF9DC0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289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3906D4-B1D4-D45D-D2FA-12D0EC72E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09A59-D6A0-AC29-9176-0F5620AB6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58BEF-22D8-9653-0099-A5A6F15564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4884F-12DA-44F8-A4B4-900BFE127368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A37C5-CFDB-77C7-16F0-6852B6DBF0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3C5B8-1CBB-EC81-299E-19A13C74C1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6CDA4-CDB1-4572-9246-949BF9DC0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760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CA975-50A7-B361-6CCA-148DBE7C78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HELLO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C84DF-F77F-1976-7903-31F8B4F989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 err="1"/>
              <a:t>Rexcvjkujdilko;wakchsgyv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 err="1"/>
              <a:t>IVHCHJKubevyd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6927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HELLO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chillamcherla sai charan</dc:creator>
  <cp:lastModifiedBy>chillamcherla sai charan</cp:lastModifiedBy>
  <cp:revision>1</cp:revision>
  <dcterms:created xsi:type="dcterms:W3CDTF">2026-04-28T16:58:59Z</dcterms:created>
  <dcterms:modified xsi:type="dcterms:W3CDTF">2026-04-28T16:59:00Z</dcterms:modified>
</cp:coreProperties>
</file>